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ST-GCN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dLbl>
              <c:idx val="0"/>
              <c:layout>
                <c:manualLayout>
                  <c:x val="-1.6534391534391837E-3"/>
                  <c:y val="0.32552083333333337"/>
                </c:manualLayout>
              </c:layout>
              <c:dLblPos val="out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00E-42D9-A0BE-9CFB685A575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E-42D9-A0BE-9CFB685A57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2s-AGCN</c:v>
                </c:pt>
              </c:strCache>
            </c:strRef>
          </c:tx>
          <c:spPr>
            <a:effectLst/>
          </c:spPr>
          <c:invertIfNegative val="0"/>
          <c:dLbls>
            <c:dLbl>
              <c:idx val="0"/>
              <c:layout>
                <c:manualLayout>
                  <c:x val="-1.6534391534391533E-3"/>
                  <c:y val="0.36024305555555558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00E-42D9-A0BE-9CFB685A575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0E-42D9-A0BE-9CFB685A57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MSG3D</c:v>
                </c:pt>
              </c:strCache>
            </c:strRef>
          </c:tx>
          <c:spPr>
            <a:effectLst/>
          </c:spPr>
          <c:invertIfNegative val="0"/>
          <c:dLbls>
            <c:dLbl>
              <c:idx val="0"/>
              <c:layout>
                <c:manualLayout>
                  <c:x val="3.3068783068783067E-3"/>
                  <c:y val="0.37760416666666669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00E-42D9-A0BE-9CFB685A575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0E-42D9-A0BE-9CFB685A575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Pose Transformer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2560763888888889"/>
                </c:manualLayout>
              </c:layout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00E-42D9-A0BE-9CFB685A575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0E-42D9-A0BE-9CFB685A575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CTR-GCN (Ours)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dLbl>
              <c:idx val="0"/>
              <c:layout>
                <c:manualLayout>
                  <c:x val="-1.2125080388590469E-16"/>
                  <c:y val="0.2517361111111111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-5400000" vert="horz" anchor="b" anchorCtr="1"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00E-42D9-A0BE-9CFB685A575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Accuracy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95.76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0E-42D9-A0BE-9CFB685A57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37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Skeleton-Based Human Action Recognition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UCS761 Deep Learning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Kumar (102316091) • Aashish Sharma (102316104)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Singh Chouhan (102316106) • Naman Jain (102316108)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Action Recognition (HAR)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identifies human activities from visual data with applications in: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systems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monitoring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Human-computer interaction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Skeleton-Based?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background noise and lighting variations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computational complexity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to environmental changes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Challenges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Skeletal Data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errors lead to unstable joint trajectories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Motion Patterns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distinguish between actions with subtle differences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Variability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in speed, viewpoint, and individual differences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377440"/>
            <a:ext cx="73152" cy="1097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514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accuracy with computational efficiency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2-stream CTR-GCN ensemble leveraging Graph Convolutional Networks and Transformers to learn robust spatial-temporal features while handling noise effectively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Model 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CTR-GCN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Graph Convolutional Network with Channel-wise Topology Refinement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2-Stream Ensemble: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Joint Stream: Raw coordinates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Bone Stream: Vector differences between joints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Architecture: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2-3 → 64 channels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64 → 128 channels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128 → 256 channels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for multi-class classification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with Nesterov momentum (0.9)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1e-4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CosineAnnealingLR: 0.1 → ~0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throughout all layers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Workflow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RGB+D (NTU-60) dataset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~56k sequences, 60 action classes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0" y="1234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normalization (64 frames)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centralization, noise augmentation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streams (joint and bone)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epochs with best model selection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22860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with equal weighting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logits from both streams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429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accuracy, precision, recall, F1-score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Cross-View Split: ~37k train samples, ~19k test samples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Parameters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60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32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LR: 0.1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Decay: Cosine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0.9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decay: 1e-4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Parameters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0" y="16002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17 COCO joints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Frames: 64 (uniform)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3 (x, y, score)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Gaussian noise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Centralization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16002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0.5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in GCN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Metrics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1188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95.76%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949907"/>
              </p:ext>
            </p:extLst>
          </p:nvPr>
        </p:nvGraphicFramePr>
        <p:xfrm>
          <a:off x="1828800" y="2743200"/>
          <a:ext cx="5486400" cy="13776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(Macro)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(Macro)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(Macro)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5"/>
          <p:cNvSpPr/>
          <p:nvPr/>
        </p:nvSpPr>
        <p:spPr>
          <a:xfrm>
            <a:off x="18288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well-balanced classification across all 60 action classes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Analysis</a:t>
            </a:r>
            <a:endParaRPr lang="en-US" sz="3800" dirty="0"/>
          </a:p>
        </p:txBody>
      </p:sp>
      <p:pic>
        <p:nvPicPr>
          <p:cNvPr id="3" name="Image 0" descr="extracted_images/image_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36576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0" y="1097280"/>
            <a:ext cx="41148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Dominant diagonal pattern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 separability with minimal misclassification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Stable convergence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loss without overfitting indicators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Effective regularization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and data augmentation prevent overfitting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Minor confusion in similar actions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with similar motion patterns show slight overlap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Baseline Models</a:t>
            </a:r>
            <a:endParaRPr lang="en-US" sz="3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277629517"/>
              </p:ext>
            </p:extLst>
          </p:nvPr>
        </p:nvGraphicFramePr>
        <p:xfrm>
          <a:off x="731520" y="1188720"/>
          <a:ext cx="7680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demonstrates ~20% improvement over baseline methods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8720" y="1554480"/>
            <a:ext cx="6766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Achieved 95.76% accuracy with balanced precision, recall, and F1-score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Significant improvement (~20%) over baseline ST-GCN, MSG3D, and Transformers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feature learning through joint-bone dual-stream fusion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Transformer-based temporal modeling for longer sequences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Self-supervised learning to reduce annotation dependency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 integration with object context and text alignment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585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Skeleton-Based Human Action Recognition</dc:title>
  <dc:subject>PptxGenJS Presentation</dc:subject>
  <dc:creator>Aashish Sharma, Sahil Kumar, Chaitanya Singh Chouhan, Naman Jain</dc:creator>
  <cp:lastModifiedBy>Naman Jain</cp:lastModifiedBy>
  <cp:revision>5</cp:revision>
  <dcterms:created xsi:type="dcterms:W3CDTF">2026-04-26T11:44:55Z</dcterms:created>
  <dcterms:modified xsi:type="dcterms:W3CDTF">2026-04-26T13:57:05Z</dcterms:modified>
</cp:coreProperties>
</file>